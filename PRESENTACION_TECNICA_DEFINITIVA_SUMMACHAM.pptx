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9144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SummaCham - PanelAMCHAM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A5FA"/>
                </a:solidFill>
                <a:latin typeface="Segoe UI"/>
              </a:defRPr>
            </a:pPr>
            <a:r>
              <a:t>Documentación Técnica Completa y Detallada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A5FA"/>
                </a:solidFill>
                <a:latin typeface="Segoe UI"/>
              </a:defRPr>
            </a:pPr>
            <a:r>
              <a:t>Arquitectura, APIs, Queries, Plantillas, Gráficas, Base de Datos y más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Versión 4.1.0  |  Febrero 2026  |  Iustus Renidet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¿Qué es PanelAmcham (SummaCham)?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Es una aplicación de escritorio para gestionar presupuestos financieros.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Imagina un Excel inteligente que: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Se conecta al sistema contable (Aspel COI / Firebird) para leer saldos reales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Permite que varios usuarios trabajen al mismo tiempo con control de permisos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Tiene un flujo de aprobación: cargar → revisar → aprobar → guardar en COI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Genera reportes consolidados (SUMMARY y RESUMEN) automáticamente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Crea gráficas interactivas (barras, líneas, pie, dona, radar, área)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Exporta a Excel y PDF con un clic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USUARIOS TÍPICOS: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Analistas: Cargan datos de presupuesto (RH, Finanzas, Eventos, Comités, etc.)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Supervisores: Revisan que los datos estén correctos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Directores: Aprueban los presupuestos finales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Administradores: Configuran usuarios, permisos, conexiones y plantillas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CÓMO SE ACCEDE: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Local: http://localhost:3005 (en la misma computadora, vía Electron)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Remoto: https://panelamcham.amcham.com.mx (desde cualquier lugar, vía navegador)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Contenido de esta Presentación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1:  Arquitectura General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2:  Proceso Electron (Desktop)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3:  Express: Middleware y Servidor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4:  Login, Cookies, Sesiones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5:  Sistema de Permisos (3 niveles)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6:  ¿Qué es una API? + Ejemplo real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7:  APIs de Autenticación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8:  APIs de Reportes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9:  APIs de Presupuestos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10: APIs de Borradores (Drafts)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144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11: APIs de Usuarios y Perfil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12: APIs de Plantillas (Layouts)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13: APIs de Saldos, Módulos y más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14: Mapa completo de TODAS las APIs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15: Firebird: De dónde salen los números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16: Cálculos: Real, Presupuesto, YTD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17: Motor de Reportes (Engine)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18: Gestor de Plantillas (14,700+ líneas)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19: Sistema de Gráficas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20: Base de Datos, Backups, Seguridad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Arquitectura 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Cómo está construido el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El sistema tiene 3 grandes partes que se comunican entre sí: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┌──────────────────┐    ┌──────────────────┐    ┌──────────────────┐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│   FRONTEND        │    │   BACKEND         │    │   BASES DE DATOS  │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│ (Lo que VE el     │◄──►│ (El servidor que  │◄──►│   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│  usuario)         │    │  procesa)         │    │ SQLite + Firebird │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│ HTML+JS+CSS       │    │ Node.js+Express   │    │   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│ Electron shell    │    │ Puerto 3005       │    │   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└──────────────────┘    └──────────────────┘    └──────────────────┘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PASO A PASO: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1. El usuario abre la app → Electron abre ventana con navegador integrado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2. El navegador carga http://localhost:3005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3. Cuando necesita datos, el frontend envía una PETICIÓN HTTP al backend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Ejemplo: 'Dame el reporte RESUMEN de empresa1 para Junio 2025'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4. El backend recibe la petición y busca datos en 2 lugares: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• SQLite: Qué cuentas mostrar, qué fórmulas aplicar, permisos del usuario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• Firebird: Los saldos reales del sistema contable Aspel COI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5. El backend responde con los datos en formato JSON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6. El frontend muestra los datos en tablas y gráficas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Tecnologías utilizadas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FRONTEND (lo que ve el usuario):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Electron 39.2.7  →  App de escritorio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Bootstrap 5       →  Diseño profesional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Chart.js 4.3      →  Gráficas interactivas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DataTables 1.13   →  Tablas con filtros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SweetAlert2        →  Diálogos bonitos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ExcelJS / XLSX    →  Exportar a Excel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jsPDF             →  Exportar a PDF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Font Awesome 6.4  →  Íconos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Nota: El frontend usa HTML/JavaScript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puro (sin React ni Angular).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144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BACKEND (el servidor):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Node.js            →  Motor JavaScript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Express.js         →  Framework web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Better-SQLite3     →  BD local (síncrona)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node-firebird      →  Conexión a Aspel COI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bcryptjs           →  Encriptar contraseñas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jsonwebtoken       →  Tokens JWT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Joi                →  Validar datos entrada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Helmet             →  Seguridad HTTP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express-session    →  Sesiones de usuario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express-rate-limit →  Limitar intentos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compression        →  Compresión gzip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cors               →  Control de orígenes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Proceso Electron (Desktop)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Cómo funciona Electron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Electron convierte una página web en una aplicación de escritorio nativa.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SummaCham usa Electron 39.2.7 para correr en Windows.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PROCESO PRINCIPAL (main.js):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Crea una ventana BrowserWindow con navegador Chromium integrado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Inicia el servidor Express en puerto 3005 (dentro del mismo proceso)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Carga http://localhost:3005 en la ventana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4. Configura auto-update para verificar nuevas versiones en GitHub Releases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CONFIGURACIÓN DE LA VENTANA: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Tamaño: 1280x800 mínimo, maximizado por defecto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nodeIntegration: false (seguridad - JS del frontend NO puede acceder a Node)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contextIsolation: true (aislamiento entre procesos)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webSecurity: true (protección contra XSS)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EMPAQUETADO (electron-builder):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Target: NSIS installer (SummaCham Setup 4.1.0.exe)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También genera portable (.exe sin instalación)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Auto-update vía GitHub Releases (verifica, descarga, instala al cerrar)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Los DATOS del usuario se conservan en userData/datos/ (solo se actualiza el código)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Express: Middleware y Servidor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Cadena de Middleware (orden exacto)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Cada petición HTTP pasa por esta cadena de middleware en src/server.js: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helmet()          → Cabeceras de seguridad (X-XSS-Protection, HSTS, etc.)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compression()     → Compresión gzip para respuestas grandes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cors({             → Control de orígenes permitidos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 origin: [...],     Permite localhost:3005 y panelamcham.amcham.com.mx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 credentials: true  Permite enviar cookies cross-origin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})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4. express.json({limit:'20mb'})   → Parsear cuerpo JSON (hasta 20MB)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5. express.urlencoded()            → Parsear formularios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6. express-session({   → Manejo de sesiones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 store: SQLiteStore  Guarda sesiones en SQLite (no memoria)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 name: 'panelamcham.sid'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 cookie: { httpOnly, secure, maxAge:30min, rolling:true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})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7. express-rate-limit   → Login: máx 10 intentos/10min, bloqueo 5min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8. express.static()     → Archivos estáticos (HTML, CSS, JS, imágenes)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9. Rutas API (/api/*)   → Cada ruta tiene su propio requireAuth + Joi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Registro de Rutas en el Servidor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Todas las rutas se registran en src/server.js así: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app.use('/api/auth',            require('./routes/auth'))           // Login/Logout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app.use('/api/usuarios',        require('./routes/usuarios'))       // CRUD usuarios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app.use('/api/perfil',          require('./routes/perfil'))         // Mi perfil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app.use('/api/empresas',        require('./routes/empresas'))       // Lista empresas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app.use('/api/modulos',         require('./routes/modulos'))        // Info módulos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app.use('/api/reportes',        require('./routes/reportes'))       // Summary/Resumen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app.use('/api/presupuestos',    require('./routes/presupuestos'))   // Presupuestos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app.use('/api/borradores',      require('./routes/borradores'))     // Drafts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app.use('/api/saldos',          require('./routes/saldos'))         // Saldos Firebird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app.use('/api/layouts-config',  require('./routes/layoutRoutes'))   // Plantillas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app.use('/api/insercion',       require('./routes/insercion'))      // Inserción filas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app.use('/api/graficas-config', require('./routes/graficas-config'))// Gráficas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app.use('/api/backups',         require('./routes/backups'))        // Backups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app.use('/api/notificaciones',  require('./routes/notificaciones')) // Alertas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app.use('/api/firebird-config', require('./routes/firebird-config'))// Config Firebird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app.use('/api/comentarios',     require('./routes/comentarios'))    // Comentarios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TOTAL: 16+ grupos de rutas, 80+ endpoints individuales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Login, Cookies y Sesiones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Cómo funciona el Login (paso a paso)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Cuando escribes tu usuario y contraseña, pasa esto: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Frontend envía:  POST /api/auth/login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Body: { usuario: 'JPEREZ', contrasena: 'MiClave123'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Rate Limiting: Si hay 10+ intentos fallidos en 10 min → IP bloqueada 5 min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Joi valida: usuario mínimo 2 caracteres, contraseña mínimo 6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4. Busca en SQLite: SELECT * FROM usuarios WHERE usuario = 'JPEREZ'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5. Compara contraseña con bcrypt (12 rondas de sal, hash irreversible)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6. Si es correcto → Crea sesión en SQLite + cookie 'panelamcham.sid'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+ genera JWT access token (1 hora) + refresh token (7 días)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7. Carga TODOS los permisos del usuario (empresas + módulos + acciones)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RESULTADO: Usuario entra con sesión activa y permisos cargados.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ARCHIVOS: src/routes/auth.js | src/middleware/auth.js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Cookies, Sesiones y Tokens JWT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COOKIE (pulsera de acceso):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Nombre:   'panelamcham.sid'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httpOnly: true  → JavaScript del navegador NO puede leerla (anti-XSS)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secure:   true  → Solo funciona con HTTPS en producción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maxAge:   30 min → Si no haces nada en 30 min, se cierra la sesión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rolling:  true  → Se renueva con cada click (no expira mientras trabajas)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store:    SQLite → Las sesiones se guardan en BD, NO en memoria del servidor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TOKEN JWT: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Access Token:  duración 1 hora, va en header Authorization: Bearer eyJhbG...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Refresh Token: duración 7 días, permite renovar el access sin re-login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/api/auth/refresh → envía refreshToken, recibe nuevo par de tokens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CÓMO SE MANTIENE LA SESIÓN: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Login 09:00 → cookie expira 09:30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Click 09:15 → se extiende a 09:45 (rolling)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Sin actividad 30 min → sesión cerrada, debe re-loguearse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FRONTEND (sesion.js): window.Sesion guarda tokens en localStorage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Sesion.headersAutenticacion() → { Authorization: 'Bearer ...', 'X-Empresa-Activa': id 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Sistema de Permisos (3 niveles)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Permisos: Nivel 1 (Usuario) y Nivel 2 (Empresa)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NIVEL 1 — PERMISOS GENERALES DEL USUARIO (tabla: usuarios)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es_admin_global: acceso total a todo el sistema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puede_agregar: puede crear nuevos registros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puede_modificar: puede editar registros existentes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puede_eliminar: puede borrar registros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NIVEL 2 — ACCESO POR EMPRESA (tabla: permisos_modulo)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Un usuario puede tener acceso a una o varias empresas: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EMPRESA01 → CIUDAD DE MÉXICO (CDMX)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EMPRESA02 → GUADALAJARA (GDL)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EMPRESA03 → NORESTE (MTY)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EMPRESA04 → NOROESTE (NW)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EMPRESA09-12 → Alias comparativos (mapean a EMPRESA01-04)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Cada usuario tiene permisos INDEPENDIENTES por empresa.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Ejemplo: Juan puede ver CDMX y GDL, pero no MTY ni NW.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ADMIN GLOBAL: Salta todas las verificaciones, puede hacer todo en todo.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Permisos: Nivel 3 (Módulo + Acción)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NIVEL 3 — PERMISOS POR MÓDULO (tabla: permisos_modulo)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Cada usuario tiene permisos específicos por empresa Y módulo: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Ejemplo: Juan Pérez en EMPRESA01 (CDMX):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┌────────────────┬─────┬────────────┬─────────┬──────────┐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│ Módulo         │ Ver │ Cargar/Gda │ Revisar │ Aprobar  │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├────────────────┼─────┼────────────┼─────────┼──────────┤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│ RH             │ SÍ  │ SÍ         │ NO      │ NO       │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│ Finanzas       │ SÍ  │ NO         │ SÍ      │ NO       │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│ Eventos        │ SÍ  │ SÍ         │ SÍ      │ NO       │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│ RESUMEN        │ SÍ  │ NO         │ NO      │ NO       │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│ SUMMARY        │ NO  │ NO         │ NO      │ NO       │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└────────────────┴─────┴────────────┴─────────┴──────────┘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NIVEL ADICIONAL — PERMISOS POR CAPÍTULO (tabla: permisos_edicion_capitulo)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Controla quién puede EDITAR plantillas por capítulo: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CIUDAD DE MÉXICO, GUADALAJARA, NORESTE, NOROESTE, DEFAULT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VERIFICACIÓN: Cada petición al servidor valida con requireAuth +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tienePermisoModulo(mapa, empresaId, modulo, accion)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¿Qué es una API? + Ejemplo real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¿Qué es una API?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API = el MENSAJERO entre lo que ves en pantalla y donde están los datos.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TÚ (navegador)  →  API (mensajero)  →  SERVIDOR (procesa)  →  BASE DE DATOS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Cómo funciona en SummaCham: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Haces click en 'RESUMEN' en la app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El frontend automáticamente envía esta petición HTTP: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GET http://localhost:3005/api/reportes/resumen?empresaId=EMPRESA01&amp;anio=2025&amp;mes=6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La petición viaja con tu cookie de sesión y token JWT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4. El servidor la recibe, verifica permiso, y busca los datos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5. Responde con un JSON (datos estructurados)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6. El frontend pinta la tabla con esos datos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CADA PETICIÓN LLEVA: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Cookie:  panelamcham.sid=abc123...         (identifica tu sesión)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Header:  Authorization: Bearer eyJhbG...   (tu token JWT)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Header:  X-Empresa-Activa: EMPRESA01       (empresa seleccionada)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MÉTODOS HTTP:  GET (leer) | POST (crear) | PUT (actualizar) | DELETE (eliminar) | PATCH (parcial)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Ejemplo real: Abrir el RESUMEN paso a paso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 Abres RESUMEN.html en la app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 resumen-view.js lee contexto persistido (localStorage: anio, mes, empresa)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 Envía: GET /api/reportes/resumen?empresaId=EMPRESA01&amp;anio=2025&amp;mes=6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4.  src/server.js dirige /api/reportes/* → src/routes/reportes.js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5.  middleware/auth.js verifica cookie + JWT → carga mapaPermisos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6.  reportes.js valida parámetros con Joi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7.  Llama a planeacionReportesEngine.generarReporte('RESUMEN', ...)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8.  Engine carga layout de SQLite: qué cuentas y operaciones tiene RESUMEN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9.  Engine consulta Firebird: saldos de SALDOS25 y presupuestos de PRESUP25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10. Engine calcula: Real, Presupuesto, Acumulados, Variaciones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11. Engine ordena por orden_presentacion (flat list, sin agrupar)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12. Servidor responde JSON → resumen-view.js pinta la tabla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ARCHIVOS INVOLUCRADOS: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Frontend: vistas/js/resumen-view.js (~6,600 líneas)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Ruta:     src/routes/reportes.js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Motor:    src/services/reportes/planeacionReportesEngine.js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Firebird: src/services/planeacionCuentasService.js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Layout:   src/services/layoutService.js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APIs de Autenticación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APIs: /api/auth (Login, Refresh, Logout)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POST /api/auth/login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Qué hace:  Iniciar sesión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Envía:     { 'usuario': 'JPEREZ', 'contrasena': 'MiClave123'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Responde:  { token, refreshToken,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         usuario: { id, nombre, esAdmin },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         permisos: { EMPRESA01: { RH: {ver:true}, ... } }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Errores:   400 (datos inválidos) | 401 (credenciales incorrectas) | 429 (bloqueado)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POST /api/auth/refresh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Qué hace:  Renovar token sin re-login (cuando el access token expira)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Envía:     { 'refreshToken': 'eyJhbG...'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Responde:  { token: 'nuevoToken...', refreshToken: 'nuevoRefresh...'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POST /api/auth/logout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Qué hace:  Cerrar sesión (destruye cookie y sesión del servidor)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Responde:  { mensaje: 'Sesión cerrada'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PROTECCIÓN: Rate limiting → 10 intentos / 10 min, bloqueo 5 min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ARCHIVO: src/routes/auth.js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APIs de Reportes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APIs: /api/reportes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GET /api/reportes/summary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Genera reporte SUMMARY (inglés)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Params: empresaId, anio, mes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Responde: { layout: [...],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cuentas, operaciones, totales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GET /api/reportes/resumen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Genera reporte RESUMEN (español)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Misma estructura que summary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pero con layout de RESUMEN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GET /api/reportes/diagnostico-firebird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Prueba conexión a Firebird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Responde: { conectado: bool,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mensaje, tiempoMs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144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POST /api/reportes/operativo-excel-native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Genera Excel con datos operativos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Envía: archivo Excel (.xlsx) como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buffer binario (hasta 20MB)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Params: nombreArchivo, empresa,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mes, anio, dataSheetName,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chartsSheetName, chartMode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Responde: archivo Excel modificado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POST /api/reportes/resumen-excel-native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Genera Excel ejecutivo del resumen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Misma estructura que operativo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PARÁMETROS COMUNES: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empresaId = EMPRESA01..04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anio = 2024, 2025, 2026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mes = 1-12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APIs de Presupuestos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APIs: /api/presupuestos (lectura y estado)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GET /api/presupuestos?empresaId=EMPRESA01&amp;anio=2025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Trae cuentas de presupuesto con sus 12 meses desde Firebird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Responde: { empresa, anio, periodos, cuentas: [{ numCta, ene, feb, ..., dic }]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GET /api/presupuestos/anios?empresaId=EMPRESA01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Lista años disponibles en Firebird: { anios: [2023, 2024, 2025, 2026]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GET /api/presupuestos/estado?modulo=RH&amp;anio=2025&amp;empresaId=EMPRESA01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Estado actual del presupuesto: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{ estado: 'REVISADO', actualizadoEn: '2025-06-15', actualizadoPor: 'JPEREZ',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historial: [{ estado, fecha, usuario }, ...]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ESTADOS: SIN_CARGAR | EDITANDO | REVISADO | APROBADO | GUARDADO | RECHAZADO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POST /api/presupuestos/estado  { modulo, anio, accion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Transiciones válidas (máquina de estados):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'cargar':    SIN_CARGAR/GUARDADO → EDITANDO  (requiere 'Cargar y guardar')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'revisar':   EDITANDO → REVISADO             (requiere 'Revisar')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'autorizar': REVISADO → APROBADO              (requiere 'Aprobar')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'guardar':   APROBADO → GUARDADO              (requiere 'Aprobar')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Error 409 si la transición no es válida para el estado actual.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APIs: /api/presupuestos (guardar y consolidar)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POST /api/presupuestos/guardar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Registra presupuesto guardado oficialmente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Envía: { empresaId, modulo, anio, datos: [...]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Guarda en SQLite (tabla presupuestos_guardados) como respaldo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POST /api/presupuestos/actualizar-consolidados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Actualiza cuentas de presupuesto consolidadas en Firebird (PRESUP[yy])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Envía: { anio, cuentas: [{ numCta, valores: { ene, feb, ..., dic } }]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Comportamiento especial: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• Normaliza numCta a formato canónico de 21 caracteres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• Actualiza cada mes individualmente en PRESUP[yy]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• Recalcula cuentas PADRE (450-000-000-00 ingresos, 950-000-000-00 gastos)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• Consolida desde cuentas detalle (450-001/002/003, 950-001/002/003)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GET /api/presupuestos/totales-capitulo?empresaId=EMPRESA01&amp;anio=2025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Totales directos de la tabla PRESUP en Firebird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Responde: { empresaId, empresa, anio, totales: { income, expense }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ARCHIVO: src/routes/presupuestos.js (24KB)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APIs de Borradores (Draft System)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Flujo completo de Borradores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Los borradores manejan el ciclo de vida del presupuesto antes de guardarse en COI: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┌──────────┐    ┌──────────┐    ┌──────────┐    ┌──────────┐    ┌──────────┐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│ EDITANDO │ →  │ PENDIENTE│ →  │ APROBADO │ →  │ GUARDADO │    │RECHAZADO │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│ (editar) │    │ (enviar) │    │(autorizar│    │(a COI)   │    │(regresa  │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│          │    │          │    │          │    │          │    │ a editar)│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└──────────┘    └──────────┘    └──────────┘    └──────────┘    └──────────┘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POST /api/borradores/guardar    → Crea o actualiza borrador (autoguardado)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POST /api/borradores/enviar     → EDITANDO → PENDIENTE (si admin: auto-aprueba)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POST /api/borradores/revisar    → EDITANDO → REVISADO (o cancelar: PENDIENTE → EDITANDO)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POST /api/borradores/autorizar  → PENDIENTE → APROBADO (requiere permiso 'Aprobar')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POST /api/borradores/rechazar   → Cualquier estado → RECHAZADO (con motivo)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POST /api/borradores/finalizar  → APROBADO → GUARDADO (escribe en Firebird COI)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POST /api/borradores/descartar  → Elimina borrador completamente (hard delete)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GET  /api/borradores/listar     → Lista borradores (filtrado por permisos)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GET  /api/borradores/estado     → Estado actual + progreso recontabilización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GET  /api/borradores/historial  → Historial con filtros (fecha, estado, acción, usuario)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GET  /api/borradores/detalle/:id → Datos completos del borrador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Recontabilización y Guardar en COI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RECONTABILIZACIÓN (recalcular cuentas padre desde hijas):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POST /api/borradores/recontabilizar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Envía: { empresaId: 'EMPRESA01', anio: 2025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Recalcula TODAS las cuentas padre de la empresa/año en PRESUP[yy]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Ejemplo: cuenta padre 450-000-000-00 = suma de 450-001 + 450-002 + 450-003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Registra progreso en tabla recontabilizacion_progreso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POST /api/borradores/recontabilizar/todas  (SOLO ADMIN)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Recontabiliza TODAS las empresas para un año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Responde: { exitosas: 4, fallidas: 0, resultados: [...]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FINALIZAR (Guardar en COI):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POST /api/borradores/finalizar  { borradorId: 123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Verifica que el borrador esté en estado APROBADO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Verifica permiso 'Cargar y guardar' del usuario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Llama a guardarAutorizado() → escribe en tabla PRESUP[yy] de Firebird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4. Cambia estado a GUARDADO, registra ejecutor y fecha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5. Envía notificación al autor original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ARCHIVO: src/routes/borradores.js (32KB, el más grande del sistema)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APIs de Usuarios y Perfil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APIs: /api/usuarios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GET /api/usuarios  (Solo Admin)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Lista todos los usuarios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Params: limite (default 100), offset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GET /api/usuarios/:id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Datos de un usuario específico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(Admin o el propio usuario)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POST /api/usuarios/crear (Solo Admin)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Body validado con Joi: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{ usuario (2-32 chars),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nombres (1-80 chars),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apellidoPrimero (1-120 chars),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correo (email válido),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contrasena (min 8 chars),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esAdminGlobal (boolean),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permisosGenerales: { ... },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permisos: { EMPRESA01: { RH: {...} }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144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PUT /api/usuarios/:id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Editar usuario (Admin o self)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Contraseña es opcional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DELETE /api/usuarios/:id (Admin)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Elimina usuario + permisos (CASCADE)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PATCH /api/usuarios/:id/restablecer-contrasena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Reset contraseña (Solo Admin)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GET /api/usuarios/:id/permisos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Ver permisos de un usuario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PUT /api/usuarios/:id/permisos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Actualizar matriz de permisos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(Borra los viejos e inserta nuevos)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--- PERFIL (/api/perfil) ---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GET  /api/perfil → Mi perfil completo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PATCH /api/perfil/password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{ contrasenaActual, nuevaContrasena 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APIs de Plantillas (Layouts)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APIs: /api/layouts-config (cargar y guardar)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BASE: /api/layouts-config    ARCHIVO: src/routes/layoutRoutes.js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CARGAR: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 /.../RESUMEN/2025/DEFAULT          → Layout completo (cuentas + operaciones)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 /.../RESUMEN/anios                  → Qué años existen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 /.../RESUMEN/2025/capitulos         → Qué capítulos hay (CDMX, GDL, etc.)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 /.../RESUMEN/2025/estadisticas      → Cuántas cuentas y operaciones tiene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 /.../RESUMEN/2025/existe            → Verificar si ya existe este layout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GUARDAR (2 llamadas separadas para cuentas y operaciones):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/.../RESUMEN/2025/DEFAULT/cuentas   → Guardar todas las cuentas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Body: { empresaId, cuentas: [{ CUENTA, NOMBRE, CAPITULO,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        'SECCION Principal', 'SECCION Secundaria',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        operacion_factor, orden_presentacion, visible }]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/.../RESUMEN/2025/operaciones       → Guardar todas las operaciones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Body: { empresaId, capitulo, operaciones: [{ Clase, SECCION,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        'sum-row', 'result-row', 'net-row', formula_terms,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        signos, orden_presentacion, visible }]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NOTA: El guardado es TRANSACCIONAL → todo o nada (SQLite transaction)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APIs: /api/layouts-config (edición y administración)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EDICIÓN INDIVIDUAL: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PUT    /.../RESUMEN/2025/DEFAULT/cuenta/4100    → Editar cuenta 4100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DELETE /.../RESUMEN/2025/DEFAULT/cuenta/4100    → Eliminar cuenta 4100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PUT    /.../RESUMEN/2025/operacion/TOTAL_INCOME → Editar una operación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DELETE /.../RESUMEN/2025/operacion/TOTAL_INCOME → Eliminar una operación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ADMINISTRACIÓN: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  /.../RESUMEN/copiar                      → Copiar layout de otro año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Body: { origen: 2024, destino: 2025 }  (transaccional, borra destino primero)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  /.../RESUMEN/2025/DEFAULT/reordenar      → Cambiar orden de filas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Body: [{ cuenta: '4100', orden_presentacion: 10 }, ...]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DELETE /.../RESUMEN/2025                         → Eliminar layout completo del año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DELETE /.../RESUMEN/2025/DEFAULT                 → Eliminar solo un capítulo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   /.../RESUMEN/2025/DEFAULT/bitacora        → Ver registro de cambios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SECCIONES: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  /.../seccion/crear       → Crear nueva sección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PUT    /.../seccion/renombrar   → Renombrar (actualiza cuentas y secciones en cascada)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INSERCIÓN (/api/insercion):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/api/insercion/agregar-fila    → Agregar fila con validación anti-duplicados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/api/insercion/agregar-seccion → Agregar sección con validación jerárquica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APIs: Saldos, Módulos, Notificaciones y más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APIs: Saldos, Módulos, Config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SALDOS (/api/saldos):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/api/saldos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Saldos de cuentas desde Firebird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Params: anio, empresaId, cuentas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Resp: 12 meses de cargo/abono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/api/saldos/anios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Años disponibles en Firebird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/api/saldos/cuentas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Cuentas por año (filtrable)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/api/saldos/catalogo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Catálogo completo de cuentas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MÓDULOS (/api/modulos):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/api/modulos → Listar todos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/api/modulos/:id → Detalle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/api/modulos/summary-resumen-e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Detalle con comparación presupuesto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/api/modulos/summary-anios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Años desde tablas SALDOS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144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NOTIFICACIONES (/api/notificaciones):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 /  → Lista alertas (límite 20)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PATCH /limpiar → Marcar todas leídas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PATCH /:id/leida → Marcar una leída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COMENTARIOS (/api/comentarios):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CRUD para comentarios en celdas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de presupuesto (por celda_id)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GRÁFICAS (/api/graficas-config):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 / → Cargar config guardada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/ → Guardar config (admin)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FIREBIRD CONFIG: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 / → Ver config actual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PUT  /base → Cambiar host/puerto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PUT  /empresa/:id → Cambiar ruta BD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/probar/:id → Test conexión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EMPRESAS (/api/empresas):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/ → Lista de empresas disponibles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Mapa completo de TODAS las APIs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80+ Endpoints organizados por grupo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AUTENTICACIÓN (3):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/api/auth/login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/api/auth/refresh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/api/auth/logout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USUARIOS (8):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GET|POST /api/usuarios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GET|PUT|DEL /api/usuarios/:id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PUT /api/usuarios/:id/permisos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PATCH /:id/restablecer-contrasena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PERFIL (2):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/api/perfil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PATCH /api/perfil/password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REPORTES (5):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/api/reportes/summary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/api/reportes/resumen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/api/reportes/diagnostico-firebird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/api/reportes/operativo-excel-native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/api/reportes/resumen-excel-native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144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PRESUPUESTOS (6):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estado | anios | totales-capitulo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estado | guardar | actualizar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BORRADORES (12):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listar|estado|historial|detalle|progreso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guardar|enviar|revisar|autorizar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rechazar|finalizar|descartar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recontabilizar|recontabilizar/todas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LAYOUTS (15+):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GET|POST|PUT|DEL layouts-config/...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insercion/agregar-fila|seccion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SALDOS (4): GET saldos|anios|cuentas|catalogo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MÓDULOS (4): GET|POST modulos/...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GRÁFICAS (2): GET|POST graficas-config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BACKUPS (6): GET|POST|PUT backups/...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NOTIFICACIONES (3): GET|PATCH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FIREBIRD CONFIG (4): GET|PUT|POST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EMPRESAS (1): GET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COMENTARIOS (4+): CRUD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Firebird: De dónde salen los números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Conexión a Firebird (Aspel COI)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Firebird es la base de datos del sistema contable Aspel COI.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SummaCham se CONECTA a Firebird para LEER los datos reales.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CONFIGURACIÓN DE CONEXIÓN (src/services/firebirdService.js):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host: IP del servidor (localhost o remoto)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port: 3050 (default Firebird)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database: ruta al archivo .fdb de cada empresa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user/password: credenciales del servidor Firebird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DETECCIÓN AUTOMÁTICA LOCAL vs REMOTA: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LOCAL  → host = localhost/127.0.0.1, timeout 3s, 0 reintentos, query timeout 10s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REMOTA → cualquier otro host, timeout 120s, 3 reintentos, query timeout 120s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TABLAS POR AÑO (Firebird tiene tablas separadas por año fiscal):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2024: CUENTAS24, SALDOS24, PRESUP24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2025: CUENTAS25, SALDOS25, PRESUP25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2026: CUENTAS26, SALDOS26, PRESUP26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PERFORMANCE: Queries lentas (&gt;2s) se loguean automáticamente con duración y filas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ARCHIVO: src/services/firebirdService.js → ejecutarConsulta(empresaId, sql, params)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Estructura de las tablas Firebird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CUENTAS[yy] — Catálogo de cuentas contables: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NUM_CTA:     Número de cuenta (ej: '401-000-000-00')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NOMBRE:      Descripción (ej: 'Membership')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NIVEL:       1=mayor, 2=sub, 3=detalle, 4=auxiliar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NATURALEZA:  'D'=Deudora(gasto) o 'A'=Acreedora(ingreso)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STATUS:      'A'=Activa (solo se consultan activas)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SALDOS[yy] — Movimientos mensuales: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NUM_CTA:     Cuenta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EJERCICIO:   Año fiscal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CARGO01..12: Dinero que ENTRA (débitos) por mes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ABONO01..12: Dinero que SALE (créditos) por mes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PRESUP[yy] — Presupuestos por mes: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NUM_CTA:       Cuenta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EJERCICIO:     Año fiscal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PRESUP01..12:  Monto presupuestado por mes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RESOLUCIÓN DE EMPRESA → BASE DE DATOS: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EMPRESA01 → ruta/empresa1.fdb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EMPRESA02 → ruta/empresa2.fdb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EMPRESA09 → alias a EMPRESA01 (comparativos)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Cálculos: Real, Presupuesto, Acumulado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Cómo se calcula el REAL (dato contable actual)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La NATURALEZA de la cuenta decide la fórmula: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CUENTA ACREEDORA (ingresos) — cuentas que empiezan con 2, 3, 4: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Real = ABONOS - CARGOS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Ejemplo: Cuenta 4100 'Membership' en Junio: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ABONO06 = 150,000 (créditos)   CARGO06 = 15,000 (débitos)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REAL = 150,000 - 15,000 = 135,000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CUENTA DEUDORA (gastos) — cuentas que empiezan con 1, 5-9: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Real = CARGOS - ABONOS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Ejemplo: Cuenta 5100 'Salaries' en Junio: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CARGO06 = 120,000 (débitos)   ABONO06 = 5,000 (créditos)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REAL = 120,000 - 5,000 = 115,000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¿POR QUÉ ES DIFERENTE?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En contabilidad, un ingreso AUMENTA con abonos (créditos)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y un gasto AUMENTA con cargos (débitos). La fórmula ajusta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para que el número siempre sea POSITIVO cuando la cuenta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tiene saldo a favor.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ARCHIVO: src/services/planeacionCuentasService.js → determinarNaturalezaReal()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Presupuesto y Acumulados (YTD)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PRESUPUESTO (se lee directo, sin cálculo):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SELECT PRESUP06 FROM PRESUP25 WHERE NUM_CTA = '4100'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Resultado: 140,000 → se usa TAL CUAL, no necesita fórmula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ACUMULADOS (YTD = Year-To-Date):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Si seleccionas MES = 6 (Junio):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Real Acumulado  = Real Ene + Real Feb + ... + Real Jun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Ppto Acumulado  = PRESUP01 + PRESUP02 + ... + PRESUP06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Real Acum AA    = Misma suma pero del año ANTERIOR (SALDOS24)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LOS 6 VALORES QUE VES EN CADA FILA DEL REPORTE: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┌───────────────────┬───────────────────┬───────────────────┐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│ actualMonth (Real)│ planMonth (Ppto)  │ prevMonth (AA)    │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│ actualYTD (Acum)  │ planYTD (Acum)    │ prevYTD (Acum AA) │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└───────────────────┴───────────────────┴───────────────────┘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VARIACIONES (calculadas en el frontend):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Var vs Plan = (Real - Ppto) / Ppto × 100  →  Ejemplo: -3.6%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Var vs AA   = (Real - Real AA) / Real AA × 100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ARCHIVOS: planeacionCuentasService.js (SQL) + planeacionReportesEngine.js (cálculo)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Normalización de cuentas (formato canónico)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Las cuentas se convierten a un formato canónico de 21 caracteres para comparación: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normalizarCuentaCanonica(valor):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Extrae solo dígitos del número de cuenta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Rellena con ceros hasta 11 caracteres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Agrega sufijo de nivel (1-4)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Resultado: 21 caracteres fijos para comparación exacta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EJEMPLOS: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'401'           → '40100000000' + '0000000000' + '1' = 21 chars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'401-000-000-00' → mismo resultado (los guiones se eliminan)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'5100'          → '51000000000' + '0000000000' + '1'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cuentaVisibleDesdeCanonica(canonica):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Convierte de vuelta al formato legible: '40100000000' → '401-000-000-00'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¿POR QUÉ ES NECESARIO?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Firebird puede tener '4100' y SQLite '401-000-000-00'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para la MISMA cuenta. La normalización permite que se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emparejen correctamente al cruzar datos de ambas bases.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ARCHIVO: src/services/reportes/planeacionReportesEngine.js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Motor de Reportes (Engine)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construirReporteResumen() — el corazón del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Esta función en planeacionReportesEngine.js construye TODO el reporte.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ENTRADA: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definiciones: array de cuentas del layout (de SQLite)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configAgrupacion: operaciones/fórmulas del layout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capituloSeleccionado: filtro de capítulo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planeacionData: datos reales de Firebird (6 valores por cuenta)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opciones: { permitirFormulaSecciones, ordenManualTotal, includeEmptyConfiguredSections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PROCESO (paso a paso):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Parsear configuración → extraer sum-row, result-row, net-row de operaciones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Construir mapa de principales → agrupar cuentas por 'SECCION Principal'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Construir mapa de secciones → agrupar dentro de cada principal por 'SECCION Secundaria'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4. Aplicar fórmulas manuales → si permitirFormulaSecciones, calcular totales custom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5. Construir filas de agregación → consolidados, operativos, resultado, neto, final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6. Intercalar operaciones libres → colocar operaciones cerca de sus secciones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7. Aplicar orden global → si ordenManualTotal, ordenar TODO por orden_presentacion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SALIDA: { principals: [...], layout: [...flat array...] }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Estructura del layout generado (tipos de fila)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El layout es un ARRAY PLANO de filas tipadas: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type:'principal'  → Encabezado de sección principal (ej: 'Income (CDMX)')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Campos: label, order, totals {actualMonth, planMonth, prevMonth, ...YTD}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type:'secundaria' → Sub-sección (ej: 'Membership Income')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Campos: label, order, totals, cuentas: [...]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type:'cuenta'     → Fila individual de cuenta contable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Campos: label, nombre, cuenta, order, totals, factor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type:'operation'  → Operación con fórmula manual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Campos: label, order, manualFormula, totals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type:'group'      → Suma/consolidado de secciones (ej: 'CONSOLIDATED INCOME')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Campos: label, order, principals: [...], operaciones: [...]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type:'result'     → Resultado (ej: 'OPERATING RESULTS')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type:'net'        → Neto (ej: 'NET INCOME')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type:'final'      → Resultado final (ej: 'RESULTADO NETO CONSOLIDADO')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ORDEN: Todo el array se ordena por orden_presentacion (flat, sin agrupación).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Las cuentas y operaciones se mezclan libremente según su orden.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Cómo funcionan las Operaciones (fórmulas)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Las operaciones son filas que CALCULAN totales usando fórmulas guardadas en JSON: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EJEMPLO 1 — Suma de secciones: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Operación: 'TOTAL INCOME'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formula_terms: [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{ operator: '+', type: 'section', value: 'Income (CDMX)' },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{ operator: '+', type: 'section', value: 'Income (GDL)' },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{ operator: '+', type: 'section', value: 'Income (MTY)'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]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Resultado: TOTAL INCOME = suma de TODOS los ingresos de 3 ciudades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EJEMPLO 2 — Referencia recursiva a otras operaciones: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Operación: 'NET INCOME'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formula_terms: [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{ operator: '+', type: 'operation', value: 'CONSOLIDATED INCOME' },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{ operator: '-', type: 'operation', value: 'CONSOLIDATED EXPENSE'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]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TIPOS DE TÉRMINOS: section | operation | account | constant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OPERADORES: + | - | * | /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FUNCIÓN: calcularTotalesOperacion() evalúa recursivamente cada término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Gestor de Plantillas (14,700+ líneas)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Gestor de Plantillas — Arquitectura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El Gestor de Plantillas (plantillas.js) es el archivo MÁS GRANDE del sistema.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Define la ESTRUCTURA de los reportes: sin plantilla, no hay reporte.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ARCHIVO: vistas/js/plantillas.js → 14,753 líneas de código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CONSTANTES CLAVE: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MANUAL_ORDER_ONLY = true     → Siempre orden manual (no auto-inferencia)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FORCE_EDIT_MODE = true       → Modo edición forzado (desarrollo local)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AUTO_OPERACIONES_DISABLED = true → No generar operaciones automáticamente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ESTADO INTERNO (state):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{ modulo: 'RESUMEN',          // Módulo seleccionado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anio: null,                   // Año seleccionado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capitulo: null,               // Capítulo (CDMX, GDL, etc.)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empresaId: null,              // Empresa activa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layout: null,                 // Layout completo cargado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cuentas: [],                  // Array de cuentas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operaciones: [],              // Array de operaciones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unsavedChanges: false,        // ¿Hay cambios sin guardar?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editMode: false,              // ¿En modo edición?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inlineOrderMode: false,       // ¿En modo drag-drop?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changeLog: [] }              // Registro de cambios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Gestor: Flujo de Carga y Renderizado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FLUJO DE CARGA (al abrir la página):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loadInitialData() → carga años, capítulos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tryLoadLayout() → intenta cargar el layout guardado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loadLayout() → GET /layouts-config/{modulo}/{anio}/{capitulo}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• Extrae cuentas de layout.cuentas o layout[modulo]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• Procesa operaciones con extractColumnConfigFromOperations()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• Hidrata parentSection/parentSubsection con hydrateOperationPlacement()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4. renderLayout() → llama a buildPreviewRowsForEditor()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buildPreviewRowsForEditor() — FUNCIÓN CRÍTICA: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Construye lista PLANA ordenada por orden_presentacion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NO agrupa por secciones (cambio del 2026-02-05)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Las cuentas y operaciones se intercalan libremente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Detecta transiciones de sección para insertar encabezados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Incluye operaciones huérfanas con appendMissingOperations()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Retorna array con type: principal | subsection | account | operation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FLUJO DE GUARDADO: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saveLayout() → valida → syncVisualOrder() → confirma →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cuentas → POST operaciones → limpia changeLog → addToBitacora()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Gestor: Funciones principales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GESTIÓN DE ELEMENTOS: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openAddModal()    → Modal para agregar cuentas, operaciones o secciones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confirmAdd()      → Valida y agrega al array correspondiente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confirmEdit()     → Edita elemento en panel lateral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deleteElement()   → Elimina del layout (marca unsavedChanges=true)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ORDENAMIENTO: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getTemplateRowsForReorder()    → Extrae filas para el modal de reorden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applyTemplateRowsOrder(rows)   → Aplica nuevos orden_presentacion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updateLayoutOrderPanel()       → Panel lateral con contadores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Drag-drop: drag-and-drop-reorder.js + plantillas-reordenar.js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MÓDULOS Y EMPRESAS: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filtrarModulosPorCapitulo()   → Filtra módulos por disponibilidad del capítulo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obtenerEmpresaIdApi()         → Resuelve empresa activa (state → context → default)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resolverEmpresaIdContexto()   → Consulta selector global → Sesion → default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VERIFICACIÓN DE PERMISOS (cada 3 segundos):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checkAuthState() → Sesion.esAdminGlobal() || verificarPermisoCapitulo()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CADA LAYOUT ES ÚNICO POR: Empresa + Módulo + Año + Capítulo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Sistema de Gráficas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Gráficas: Arquitectura y tipos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Las gráficas toman los MISMOS datos del reporte RESUMEN y los visualizan.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TIPOS DE GRÁFICA DISPONIBLES: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Barra (bar) — la más usada, comparación entre categorías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Línea (line) — tendencias mensuales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Pie (pie) — distribución porcentual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Dona (doughnut) — similar a pie pero con hueco central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Radar (radar) — comparación multidimensional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Área (area) — tendencia con relleno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LOS 3 VALORES QUE SE GRAFICAN (colores por defecto):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Real Acumulado (actualYTD)    → Azul oscuro #0d47a1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Ppto Acumulado (planYTD)      → Azul claro  #60a5fa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Real Acum AA   (prevYTD)      → Gris        #94a3b8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GRÁFICAS PREDEFINIDAS: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Resultado Operativo por capítulo (CDMX, GDL, MTY, NW)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Resultado Neto por capítulo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Consolidados (Ingreso total vs Gasto total)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4. Ingreso por capítulo (CDMX/GDL/MTY/NW INCOME)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5. Ingreso Nacional (Committees, Membership, Events, Services, T&amp;IC)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6. Gráficas PERSONALIZADAS con Chart Wizard (4 pasos)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Gráficas: Sistema de Snapshots y Sidebar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SISTEMA DE SNAPSHOTS (localStorage):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Cada vez que se renderiza la tabla RESUMEN, se guarda un 'snapshot'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en localStorage con la clave: resumen_tabla_snapshot:{empresaId}:{anio}:{mes}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Contiene: array de { label, totals: { actual, plan, prev, ...YTD, ...var }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Las gráficas LEEN este snapshot, NO hacen otra llamada al API.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getRowData(snapshotMap, labels) busca por label normalizado (sin acentos, uppercase)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Si no encuentra exacto, busca variantes (ej: 'CONSOLIDATED' = 'CONSOLIDADO')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OPERATIVO SIDEBAR (operativo-sidebar.js, 1,633 líneas):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Panel lateral que muestra gráficas en tiempo real junto a la tabla: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Se actualiza con MutationObserver (debounce 120ms)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Extrae datos de filas con clase 'sum-row-operativo'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Muestra: Ppto Acumulado vs Real Acumulado vs Presupuesto Anual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Soporta gráficas custom de GraficasConfig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Escucha eventos: tabla-actualizada, presupuesto-editado, graficas-config-updated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CHART WIZARD (4 pasos para crear gráficas personalizadas):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Seleccionar tipo de gráfica (bar, line, pie, etc.)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Elegir filas/datos del snapshot a incluir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Configurar colores, labels y opciones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4. Guardar → se persiste en graficas_config (SQLite) via /api/graficas-config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Base de Datos, Backups y Seguridad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SQLite: Esquema completo de tablas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Archivo: datos/panel.sqlite — Modo WAL (concurrencia de lectura)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Pragma: journal_mode=WAL, synchronous=NORMAL, cache_size=10000, busy_timeout=5000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TABLAS PRINCIPALES (15+):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usuarios              → id, usuario, nombres, apellidos, correo, contrasena (bcrypt)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permisos_modulo       → usuario_id, empresa_id, modulo, puede_leer/cargar/revisar/aprobar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permisos_edicion_capitulo → usuario_id, capitulo, puede_editar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presupuestos_estado   → empresa_id, modulo, anio, estado, actualizado_en/por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presupuestos_estado_historial → historial de transiciones de estado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presupuestos_guardados → respaldo de datos guardados oficialmente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PLAN_BORRADORES       → autoguardado de datos en edición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layout_cuentas        → cuentas por empresa/modulo/anio/capitulo con orden_presentacion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layout_operaciones    → fórmulas multi-fila (una fila por operacion_tipo)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layout_secciones      → agrupaciones (Income, Expense, etc.)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layout_bitacora       → auditoría de cambios en layouts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graficas_config       → configuración de gráficas por empresa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comentarios_celdas    → comentarios en celdas específicas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notificaciones        → alertas para usuarios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sesiones              → express-session store en SQLite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Migraciones automáticas y Seeding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MIGRACIONES (al iniciar la app, src/db/sqlite.js):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El sistema verifica y agrega automáticamente columnas faltantes: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layout_cuentas:     + visible, orden_presentacion, operacion_factor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layout_operaciones: + visible, orden_presentacion, formula_json, operacion_etiqueta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presupuestos_estado: + capitulo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Reconstrucción de índices: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Si layout_cuentas tiene UNIQUE constraint legacy → rebuild sin constraint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(permite cuentas duplicadas para almacenamiento multi-fila)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Crea índices de lookup: idx_layout_cuentas_lookup(empresa_id, modulo, anio, capitulo)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SEEDING DE USUARIOS (al primer inicio):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Crea admin ICONET con contraseña de env var o fallback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Lee config/seed_users.json para crear usuarios iniciales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Asigna permisos por empresa/módulo según JSON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4. Admin históricos (AA, AMB) se promueven automáticamente a admin global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5. Todos los admin globales reciben permisos completos en TODAS las empresas/módulos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SEEDING DE LAYOUTS: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Desde archivos JSON y Excel (.xlsx) en directorio info-importante/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CDMX: layouts de 2005-2025 desde archivos Excel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Solo ejecuta si no existen layouts previos (no sobrescribe)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Sistema de Backups y Seguridad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BACKUPS AUTOMÁTICOS (src/services/backupService.js):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Al iniciar: primer backup inmediato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Cada 60 minutos: backup automático con setInterval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Máximo 24 backups (los más antiguos se eliminan)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Nombre: panel_2026-02-09_14-30-22.sqlite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Verificación: compara tamaño original vs copia + checksum SHA256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Restauración: crea backup de seguridad antes de restaurar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SEGURIDAD (10 capas de protección):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 Contraseñas: bcrypt con 12 rondas de sal (irreversible)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 JWT: Access token 1hr + Refresh 7 días (renovación automática)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 Sesiones: Cookie httpOnly (JS no puede leerla) + SQLite store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4.  Rate Limiting: 10 intentos/10min, bloqueo 5 min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5.  Helmet: Cabeceras HTTP seguras (XSS, HSTS, clickjacking)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6.  CORS: Solo orígenes autorizados (localhost + dominio producción)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7.  Joi: Validación de TODOS los datos de entrada antes de procesarlos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8.  SQL seguro: Queries parametrizados (?) previenen SQL injection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9.  Backups: Copias automáticas cada 60 min con checksum SHA256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10. Auditoría: Login, cambios, queries lentas, bitácora de layouts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Compilación, Distribución y Auto-Update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COMPILACIÓN: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npm install                    → Instalar ~120+ dependencias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npm run dist                   → Crear instalador Windows (NSIS)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npm run build:portable         → Crear versión portable (.exe)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ARCHIVOS GENERADOS en ./dist/: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SummaCham Setup 4.1.0.exe      → Instalador (requiere admin)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SummaCham 4.1.0.exe            → Portable (sin instalación)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latest.yml                     → Metadatos para auto-update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AUTO-ACTUALIZACIÓN (electron-updater):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La app verifica en GitHub Releases si hay versión nueva (al iniciar)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Si hay: pregunta 'Descargar nueva versión?'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Descarga en segundo plano (no interrumpe el trabajo)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4. Al cerrar la app, instala automáticamente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5. Los DATOS del usuario se conservan (userData/datos/)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Solo se actualiza el código de la aplicación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ESTRUCTURA DE ARCHIVOS PRINCIPALES: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main.js                → Proceso Electron (ventana + auto-update)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src/server.js           → Servidor Express (middleware + rutas)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src/db/sqlite.js        → Inicialización BD + migraciones + seeding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src/routes/*.js         → 16+ archivos de rutas API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src/services/*.js       → Lógica de negocio (Firebird, layouts, reportes)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vistas/                 → HTML + JS + CSS del frontend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SummaCham - PanelAMCHAM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A5FA"/>
                </a:solidFill>
                <a:latin typeface="Segoe UI"/>
              </a:defRPr>
            </a:pPr>
            <a:r>
              <a:t>Resumen Técnico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046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Arquitectura en capas: Electron + Express + SQLite + Firebird</a:t>
            </a:r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80+ endpoints REST documentados en 16+ archivos de rutas</a:t>
            </a:r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Dual-database: SQLite (config local) + Firebird (datos contables Aspel COI)</a:t>
            </a:r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6 valores por cuenta: Real, Ppto, Real AA, Real Acum, Ppto Acum, Real AA Acum</a:t>
            </a:r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Motor de reportes con fórmulas recursivas y orden manual global</a:t>
            </a:r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Gestor de Plantillas: 14,700+ líneas que definen estructura de reportes</a:t>
            </a:r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Sistema de borradores con flujo: editar → enviar → revisar → aprobar → COI</a:t>
            </a:r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Gráficas interactivas con Chart.js + snapshots en localStorage</a:t>
            </a:r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Seguridad: bcrypt(12), JWT, rate limiting, helmet, CORS, Joi, SQL parametrizado</a:t>
            </a:r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Backups automáticos cada 60 min con SHA256 + auto-update vía GitHub Releases</a:t>
            </a:r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Versión 4.1.0  |  Febrero 2026  |  Iustus Renidet &amp; J02V4N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